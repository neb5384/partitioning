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8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94658"/>
  </p:normalViewPr>
  <p:slideViewPr>
    <p:cSldViewPr snapToGrid="0">
      <p:cViewPr varScale="1">
        <p:scale>
          <a:sx n="120" d="100"/>
          <a:sy n="120" d="100"/>
        </p:scale>
        <p:origin x="7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456503-F03E-42AE-8BCD-24573D4B2275}" type="datetimeFigureOut">
              <a:rPr lang="fr-CH" smtClean="0"/>
              <a:t>23.09.26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23580-B400-48A4-A090-A2068253D328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41027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70429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225B50-8C62-68DB-68A1-8110230834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B5F1AAF-2DFE-0D01-4D5D-5A4D06A607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A7193F-BA52-EF8D-D8B4-5FA2FC0C8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23.09.26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3ECC2CC-362E-679D-39BF-B44E7835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4F8967E-6CCA-A888-04BD-7845B3285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14405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176BF8-DF6B-5E9B-4EF3-604421A04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CE7FCE-C813-50CF-9C75-3463D2F30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C62B2A9-1B97-65DA-88CD-92259B741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23.09.26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07DBFD2-0B60-6104-FB88-ECB835E9A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D9EB7DC-20B2-E6CB-CC81-BB80507F4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811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38E1FB-070B-3DAE-F265-FAF911E6B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E368D88-080D-6167-8BC1-9152EFF7F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85B5E6-F2E6-AF8B-833B-0D8CE869B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23.09.26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538E39-E617-22D2-F5EA-8B0E69631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14C9DD0-CD6E-8125-F254-506FD7F28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776641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E72488-A807-6D99-7768-C76E7FAA4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23F9A6E-FAB6-8D6D-251F-B26DF7B167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22D32AF-4644-ED6C-4625-088B1E35B7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210EB09-6EE4-E5FB-E006-A228D3487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23.09.26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30B7315-B356-1111-DAA7-A43AB5060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2896B74-B737-A567-7555-63C00F09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38999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0C8D03-7CEB-CC26-E691-304A6C7B2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725355D-D439-1FCF-91CF-143BB01855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A8B192C-DA65-7956-69EE-825FC15BBB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87488C6-3CA0-93A3-10F8-C6F8EB1930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8CB52E9-F385-BEA5-A65B-8D1473C19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62255A1-6BD8-1736-6A8D-0E23080EA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23.09.26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ABDAAA4-0042-02CB-FD16-2C7F2F03B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49CA8D3-E7FA-23BE-2607-1912E7C72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39827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BB1002-8835-BDFB-8BD3-7AA206434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38E5AD0-C032-ECD8-DB52-781C96B07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23.09.26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ECABCAB-48EF-3C9C-5E60-562CC53B9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E8CC762-2422-E334-D911-7CA522841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66514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51458B5-B9FC-7CF4-2367-9A21F1153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23.09.26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8EC1347-CD2A-53FA-356E-B60909489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372CC2-F6A3-FD28-4BE9-C545E4F1D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47256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6D61CF-6F80-1F94-C4C1-47DF402E1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1E384DD-C720-C4F2-5A48-647DF4670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E78F2C8-6887-84A7-8893-50BCBF1A3E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48A908-9CD4-C831-CA23-8D7B45F9B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23.09.26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72B06C-E0FC-8D1E-BF6E-A8B3B1CD7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7E255B-8818-1DC1-BEED-3EFCA8D34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14003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A0C6B2-5FA3-11F7-2C4F-86DB5BD44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4B3D56B-2170-9290-D43F-A3AA9D1EE6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0625BA7-A69D-790A-3840-071E0FF368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C3E4807-93F3-C666-9148-5CCCA65E1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23.09.26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8F4F432-87CB-F781-A032-2EE21BC45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9D2340B-B193-32D6-1A7C-5B62201AD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8840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CB72E6-45C9-8193-A857-65F724B93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02838F1-BE37-8E7C-C5C0-C8C080998F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BF6254F-DA0B-2928-8E85-14CE3103D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23.09.26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EB0679D-C061-471E-30E6-9577504AF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7CF7518-0A18-8A35-CD1C-A9F0A197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52011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0C06982-8535-DAD1-5FF3-41562C6209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95A3712-910F-9283-31D8-8F209A1F5A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D61BB4C-03B9-9825-B10F-4A1C64ADB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A8663-3A33-4D99-A0DD-CF9F1D707ADE}" type="datetimeFigureOut">
              <a:rPr lang="fr-CH" smtClean="0"/>
              <a:t>23.09.26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0AE8564-2504-0DAA-D713-9AD8BC913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9967876-9DDC-6D3F-8865-E89E79EED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577270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itre 1"/>
          <p:cNvSpPr>
            <a:spLocks noGrp="1"/>
          </p:cNvSpPr>
          <p:nvPr>
            <p:ph type="title"/>
          </p:nvPr>
        </p:nvSpPr>
        <p:spPr>
          <a:xfrm>
            <a:off x="241003" y="188641"/>
            <a:ext cx="9319557" cy="10073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23" name="Espace réservé du contenu 22"/>
          <p:cNvSpPr>
            <a:spLocks noGrp="1"/>
          </p:cNvSpPr>
          <p:nvPr>
            <p:ph sz="quarter" idx="10"/>
          </p:nvPr>
        </p:nvSpPr>
        <p:spPr>
          <a:xfrm>
            <a:off x="241004" y="1340768"/>
            <a:ext cx="11687472" cy="49219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GB" smtClean="0"/>
            </a:lvl1pPr>
            <a:lvl2pPr>
              <a:defRPr lang="en-GB" smtClean="0"/>
            </a:lvl2pPr>
            <a:lvl3pPr>
              <a:defRPr lang="en-GB" smtClean="0"/>
            </a:lvl3pPr>
            <a:lvl4pPr>
              <a:defRPr lang="en-GB" smtClean="0"/>
            </a:lvl4pPr>
            <a:lvl5pPr>
              <a:defRPr lang="fr-CH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pic>
        <p:nvPicPr>
          <p:cNvPr id="2" name="Picture 1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97B77E73-1B83-A8F2-6760-FDC70B6725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0560" y="373656"/>
            <a:ext cx="2486401" cy="634079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D3CA235-0F3F-46FF-574F-B1C459BEF8C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Prof. Grégory Mermoud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9AD17D3-E180-02EA-D1B9-7A03DC3A3CA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>
                <a:solidFill>
                  <a:prstClr val="black">
                    <a:lumMod val="65000"/>
                    <a:lumOff val="35000"/>
                  </a:prstClr>
                </a:solidFill>
              </a:rPr>
              <a:t>ISC – 203.3 – Engineering in Computer Science	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EE35582-4DE6-C356-9109-3E25DBDC5AC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‹N°›</a:t>
            </a:fld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5564205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37D0800-CCB4-E808-C3E9-18A336950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92454B0-FC52-46AD-5D97-4E141E9FB1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AEE780-2AED-5FEB-B6A2-4AFDD5DD9E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6A8663-3A33-4D99-A0DD-CF9F1D707ADE}" type="datetimeFigureOut">
              <a:rPr lang="fr-CH" smtClean="0"/>
              <a:t>23.09.26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837C5EC-CCD6-D31B-6359-F6AC00830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9431E4-C7D7-4495-A545-1C92BD74F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D72554-3174-4BCB-81B0-511868D9968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8529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D37709C-5C4E-DC25-5AED-01EE25A10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sz="3200" b="1" dirty="0" err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Partitioning</a:t>
            </a:r>
            <a:r>
              <a:rPr lang="fr-CH" sz="3200" b="1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 and the </a:t>
            </a:r>
            <a:r>
              <a:rPr lang="fr-CH" sz="3200" b="1" dirty="0" err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small</a:t>
            </a:r>
            <a:r>
              <a:rPr lang="fr-CH" sz="3200" b="1" dirty="0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-files </a:t>
            </a:r>
            <a:r>
              <a:rPr lang="fr-CH" sz="3200" b="1" dirty="0" err="1">
                <a:solidFill>
                  <a:schemeClr val="accent1">
                    <a:lumMod val="75000"/>
                  </a:schemeClr>
                </a:solidFill>
                <a:latin typeface="Century Gothic" panose="020B0502020202020204" pitchFamily="34" charset="0"/>
              </a:rPr>
              <a:t>problem</a:t>
            </a:r>
            <a:endParaRPr lang="en-CH" sz="3200" b="1" dirty="0">
              <a:solidFill>
                <a:schemeClr val="accent1">
                  <a:lumMod val="75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DC49-B1E9-44DC-21B4-51974DAC41A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5136" y="1584697"/>
            <a:ext cx="11277122" cy="2718149"/>
          </a:xfrm>
        </p:spPr>
        <p:txBody>
          <a:bodyPr>
            <a:noAutofit/>
          </a:bodyPr>
          <a:lstStyle/>
          <a:p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 let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queries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skip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irrelevant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data,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dataset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can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partitioned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stored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in one directory per value of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column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(for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example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per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). </a:t>
            </a:r>
          </a:p>
          <a:p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Every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file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opened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has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fixed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cost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partitioning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too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finely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creates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many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tiny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files, and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spanning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many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partitions can end up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slower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than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with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coarser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partition.</a:t>
            </a:r>
          </a:p>
          <a:p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presentation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will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where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that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time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lost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how to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choose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 partition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granularity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that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fits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the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way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the data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queried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8DEA16-8C18-24E9-DD30-C5ECECE2907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Benno Weber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8C3AF-C107-31DB-370E-88026BA544B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000" kern="12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>
                <a:solidFill>
                  <a:prstClr val="black">
                    <a:lumMod val="65000"/>
                    <a:lumOff val="35000"/>
                  </a:prstClr>
                </a:solidFill>
              </a:rPr>
              <a:t>302.1 – Data infrastructure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B18DB83-F51D-B882-289E-50877A65A276}"/>
              </a:ext>
            </a:extLst>
          </p:cNvPr>
          <p:cNvSpPr txBox="1">
            <a:spLocks/>
          </p:cNvSpPr>
          <p:nvPr/>
        </p:nvSpPr>
        <p:spPr>
          <a:xfrm>
            <a:off x="241003" y="1152309"/>
            <a:ext cx="11687472" cy="625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Topic: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16A5759-92F7-E57C-2E25-E4E8CF7F3372}"/>
              </a:ext>
            </a:extLst>
          </p:cNvPr>
          <p:cNvSpPr txBox="1">
            <a:spLocks/>
          </p:cNvSpPr>
          <p:nvPr/>
        </p:nvSpPr>
        <p:spPr>
          <a:xfrm>
            <a:off x="263525" y="3475739"/>
            <a:ext cx="11687472" cy="625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Questions: </a:t>
            </a:r>
          </a:p>
          <a:p>
            <a:pPr marL="0" indent="0">
              <a:buNone/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DCD80FC-CD27-DA55-5E5E-D5D8FC59B967}"/>
              </a:ext>
            </a:extLst>
          </p:cNvPr>
          <p:cNvSpPr txBox="1">
            <a:spLocks/>
          </p:cNvSpPr>
          <p:nvPr/>
        </p:nvSpPr>
        <p:spPr>
          <a:xfrm>
            <a:off x="685136" y="5217091"/>
            <a:ext cx="11277122" cy="16409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Blip>
                <a:blip r:embed="rId3"/>
              </a:buBlip>
            </a:pPr>
            <a:endParaRPr lang="en-US" sz="2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46E32477-AB77-4419-A5F0-10F4726B2EE1}"/>
              </a:ext>
            </a:extLst>
          </p:cNvPr>
          <p:cNvSpPr txBox="1">
            <a:spLocks/>
          </p:cNvSpPr>
          <p:nvPr/>
        </p:nvSpPr>
        <p:spPr>
          <a:xfrm>
            <a:off x="651353" y="3805687"/>
            <a:ext cx="11277122" cy="14602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How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does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partitioning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speed up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</a:p>
          <a:p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Why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can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partitioning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make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slower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</a:p>
          <a:p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How to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choose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the right partition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granularity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E4B38F1-DD9F-12E5-CB4D-2CFB20FF98CE}"/>
              </a:ext>
            </a:extLst>
          </p:cNvPr>
          <p:cNvSpPr txBox="1">
            <a:spLocks/>
          </p:cNvSpPr>
          <p:nvPr/>
        </p:nvSpPr>
        <p:spPr>
          <a:xfrm>
            <a:off x="263525" y="5016675"/>
            <a:ext cx="11687472" cy="625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Demo:</a:t>
            </a:r>
          </a:p>
          <a:p>
            <a:pPr marL="0" indent="0">
              <a:buNone/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BD6A428-605E-DE63-61FE-24127C955129}"/>
              </a:ext>
            </a:extLst>
          </p:cNvPr>
          <p:cNvSpPr txBox="1">
            <a:spLocks/>
          </p:cNvSpPr>
          <p:nvPr/>
        </p:nvSpPr>
        <p:spPr>
          <a:xfrm>
            <a:off x="651353" y="5346623"/>
            <a:ext cx="11277122" cy="14602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2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2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n-GB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CH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will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partition the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MeteoSwiss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measurements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in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two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ways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per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per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year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  <a:p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Then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run a single-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three-year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query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on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both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and compare the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times and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number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of files </a:t>
            </a:r>
            <a:r>
              <a:rPr lang="fr-CH" sz="1800" dirty="0" err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opened</a:t>
            </a:r>
            <a:r>
              <a:rPr lang="fr-CH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en-US" sz="1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931152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 build="p"/>
      <p:bldP spid="8" grpId="0" build="p"/>
      <p:bldP spid="9" grpId="0" build="p"/>
      <p:bldP spid="11" grpId="0" build="p"/>
      <p:bldP spid="12" grpId="0" build="p"/>
      <p:bldP spid="13" grpId="0" build="p"/>
    </p:bld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171</Words>
  <Application>Microsoft Macintosh PowerPoint</Application>
  <PresentationFormat>Grand écran</PresentationFormat>
  <Paragraphs>15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Century Gothic</vt:lpstr>
      <vt:lpstr>Open Sans</vt:lpstr>
      <vt:lpstr>Open Sans Light</vt:lpstr>
      <vt:lpstr>Thème Office</vt:lpstr>
      <vt:lpstr>Partitioning and the small-files problem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gaetan.veuilletpv@gmail.com</dc:creator>
  <cp:lastModifiedBy>Weber Benno</cp:lastModifiedBy>
  <cp:revision>5</cp:revision>
  <dcterms:created xsi:type="dcterms:W3CDTF">2026-09-23T10:01:22Z</dcterms:created>
  <dcterms:modified xsi:type="dcterms:W3CDTF">2026-09-23T14:35:49Z</dcterms:modified>
</cp:coreProperties>
</file>